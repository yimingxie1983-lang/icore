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1371600"/>
            <a:ext cx="12192000" cy="4991100"/>
          </a:xfrm>
          <a:prstGeom prst="rect">
            <a:avLst/>
          </a:prstGeom>
        </p:spPr>
      </p:pic>
      <p:sp>
        <p:nvSpPr>
          <p:cNvPr id="4" name="header-kicker-11"/>
          <p:cNvSpPr>
            <a:spLocks noGrp="1"/>
          </p:cNvSpPr>
          <p:nvPr/>
        </p:nvSpPr>
        <p:spPr>
          <a:xfrm>
            <a:off x="228600" y="114300"/>
            <a:ext cx="3238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65" b="1">
                <a:solidFill>
                  <a:srgbClr val="242A32"/>
                </a:solidFill>
              </a:defRPr>
            </a:pPr>
            <a:r>
              <a:rPr sz="865" b="1">
                <a:solidFill>
                  <a:srgbClr val="242A32"/>
                </a:solidFill>
              </a:rPr>
              <a:t>复旦大学智能医学研究院孵化企业</a:t>
            </a:r>
            <a:endParaRPr sz="865" b="1">
              <a:solidFill>
                <a:srgbClr val="242A32"/>
              </a:solidFill>
            </a:endParaRPr>
          </a:p>
        </p:txBody>
      </p:sp>
      <p:sp>
        <p:nvSpPr>
          <p:cNvPr id="5" name="header-company-11"/>
          <p:cNvSpPr>
            <a:spLocks noGrp="1"/>
          </p:cNvSpPr>
          <p:nvPr/>
        </p:nvSpPr>
        <p:spPr>
          <a:xfrm>
            <a:off x="228600" y="304800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40" b="1">
                <a:solidFill>
                  <a:srgbClr val="101820"/>
                </a:solidFill>
              </a:defRPr>
            </a:pPr>
            <a:r>
              <a:rPr sz="1240" b="1">
                <a:solidFill>
                  <a:srgbClr val="101820"/>
                </a:solidFill>
              </a:rPr>
              <a:t>上海藤核智能科技有限公司</a:t>
            </a:r>
            <a:endParaRPr sz="1240" b="1">
              <a:solidFill>
                <a:srgbClr val="101820"/>
              </a:solidFill>
            </a:endParaRPr>
          </a:p>
        </p:txBody>
      </p:sp>
      <p:sp>
        <p:nvSpPr>
          <p:cNvPr id="6" name="title-11"/>
          <p:cNvSpPr>
            <a:spLocks noGrp="1"/>
          </p:cNvSpPr>
          <p:nvPr/>
        </p:nvSpPr>
        <p:spPr>
          <a:xfrm>
            <a:off x="381000" y="581025"/>
            <a:ext cx="113823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15" b="1">
                <a:solidFill>
                  <a:srgbClr val="071F58"/>
                </a:solidFill>
              </a:defRPr>
            </a:pPr>
            <a:r>
              <a:rPr sz="1915" b="1">
                <a:solidFill>
                  <a:srgbClr val="071F58"/>
                </a:solidFill>
              </a:rPr>
              <a:t>案例1：GSDME（DFNA5）甲基化与7个TCGA癌种</a:t>
            </a:r>
            <a:endParaRPr sz="1915" b="1">
              <a:solidFill>
                <a:srgbClr val="071F58"/>
              </a:solidFill>
            </a:endParaRPr>
          </a:p>
          <a:p>
            <a:pPr>
              <a:defRPr sz="1915" b="1">
                <a:solidFill>
                  <a:srgbClr val="071F58"/>
                </a:solidFill>
              </a:defRPr>
            </a:pPr>
            <a:r>
              <a:rPr sz="1915" b="1">
                <a:solidFill>
                  <a:srgbClr val="071F58"/>
                </a:solidFill>
              </a:rPr>
              <a:t>生存预后及TNM分期的关联分析</a:t>
            </a:r>
            <a:endParaRPr sz="1915" b="1">
              <a:solidFill>
                <a:srgbClr val="071F58"/>
              </a:solidFill>
            </a:endParaRPr>
          </a:p>
        </p:txBody>
      </p:sp>
      <p:sp>
        <p:nvSpPr>
          <p:cNvPr id="7" name="footer-rule-11"/>
          <p:cNvSpPr>
            <a:spLocks noGrp="1"/>
          </p:cNvSpPr>
          <p:nvPr/>
        </p:nvSpPr>
        <p:spPr>
          <a:xfrm>
            <a:off x="228600" y="6448425"/>
            <a:ext cx="11734800" cy="13335"/>
          </a:xfrm>
          <a:prstGeom prst="rect">
            <a:avLst/>
          </a:prstGeom>
          <a:solidFill>
            <a:srgbClr val="071F58"/>
          </a:solidFill>
          <a:ln w="0">
            <a:solidFill>
              <a:srgbClr val="071F58"/>
            </a:solidFill>
            <a:prstDash val="solid"/>
          </a:ln>
        </p:spPr>
      </p:sp>
      <p:sp>
        <p:nvSpPr>
          <p:cNvPr id="9" name="footer-11"/>
          <p:cNvSpPr>
            <a:spLocks noGrp="1"/>
          </p:cNvSpPr>
          <p:nvPr/>
        </p:nvSpPr>
        <p:spPr>
          <a:xfrm>
            <a:off x="295275" y="6524625"/>
            <a:ext cx="647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65" b="1">
                <a:solidFill>
                  <a:srgbClr val="071F58"/>
                </a:solidFill>
              </a:defRPr>
            </a:pPr>
            <a:r>
              <a:rPr sz="865" b="1">
                <a:solidFill>
                  <a:srgbClr val="071F58"/>
                </a:solidFill>
              </a:rPr>
              <a:t>iCore 医学智能体元框架 | 上海藤核智能科技有限公司</a:t>
            </a:r>
            <a:endParaRPr sz="865" b="1">
              <a:solidFill>
                <a:srgbClr val="071F58"/>
              </a:solidFill>
            </a:endParaRPr>
          </a:p>
        </p:txBody>
      </p:sp>
      <p:sp>
        <p:nvSpPr>
          <p:cNvPr id="10" name="page-11"/>
          <p:cNvSpPr>
            <a:spLocks noGrp="1"/>
          </p:cNvSpPr>
          <p:nvPr/>
        </p:nvSpPr>
        <p:spPr>
          <a:xfrm>
            <a:off x="11639550" y="6496050"/>
            <a:ext cx="342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71F58"/>
                </a:solidFill>
              </a:defRPr>
            </a:pPr>
            <a:r>
              <a:rPr sz="1050" b="1">
                <a:solidFill>
                  <a:srgbClr val="071F58"/>
                </a:solidFill>
              </a:rPr>
              <a:t>11</a:t>
            </a:r>
            <a:endParaRPr sz="1050" b="1">
              <a:solidFill>
                <a:srgbClr val="071F58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</Words>
  <Application>WPS 演示</Application>
  <PresentationFormat>宽屏</PresentationFormat>
  <Paragraphs>11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terranwd</dc:creator>
  <cp:lastModifiedBy>谢一鸣</cp:lastModifiedBy>
  <cp:revision>5</cp:revision>
  <dcterms:created xsi:type="dcterms:W3CDTF">2023-08-09T12:44:00Z</dcterms:created>
  <dcterms:modified xsi:type="dcterms:W3CDTF">2026-08-17T13:40:56Z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CB94472CEEEA454C979EFE90269C8703_12</vt:lpwstr>
  </property>
</Properties>
</file>